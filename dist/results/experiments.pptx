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F2A3A"/>
                </a:solidFill>
              </a:rPr>
              <a:t>ADAS-TO × TabPFN</a:t>
            </a:r>
          </a:p>
          <a:p>
            <a:r>
              <a:rPr sz="2000">
                <a:solidFill>
                  <a:srgbClr val="5A6470"/>
                </a:solidFill>
              </a:rPr>
              <a:t>Forecasting post-takeover behaviour from pre-takeover signals</a:t>
            </a:r>
          </a:p>
          <a:p>
            <a:r>
              <a:rPr sz="1400">
                <a:solidFill>
                  <a:srgbClr val="5A6470"/>
                </a:solidFill>
              </a:rPr>
              <a:t>Driver-disjoint evaluation · TabPFN + tree baselines · feature ablations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3A"/>
                </a:solidFill>
              </a:rPr>
              <a:t>What we did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3A"/>
                </a:solidFill>
              </a:rPr>
              <a:t>• Task — from the pre-takeover window [−5, 0] s, predict the post-takeover maneuver (post_maneuver_type) and its intensity (steer torque, jerk).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A"/>
                </a:solidFill>
              </a:rPr>
              <a:t>• Data — ADAS-TO sample: 1,591 clips, 1,043 re-identified/labelled, 208 drivers, 21 brands.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A"/>
                </a:solidFill>
              </a:rPr>
              <a:t>• Split — driver-disjoint train/val/test (the paper's protocol); brand-OOD reported separately.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A"/>
                </a:solidFill>
              </a:rPr>
              <a:t>• Models — TabPFN (in-context) vs LightGBM / XGBoost / CatBoost.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A"/>
                </a:solidFill>
              </a:rPr>
              <a:t>• Three feature families tested: CAN signals, YOLOv8n vision geometry, optical-flow residual.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A"/>
                </a:solidFill>
              </a:rPr>
              <a:t>• Deliverable — this deck + an explorer app that scores held-out test clips live.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3A"/>
                </a:solidFill>
              </a:rPr>
              <a:t>The split: driver-disjoint, balanced by clip count</a:t>
            </a:r>
          </a:p>
        </p:txBody>
      </p:sp>
      <p:pic>
        <p:nvPicPr>
          <p:cNvPr id="3" name="Picture 2" descr="split_expl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4736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5544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F2A3A"/>
                </a:solidFill>
              </a:rPr>
              <a:t>• Group key = driver (dongle_id). All of a driver's clips stay in one split.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A"/>
                </a:solidFill>
              </a:rPr>
              <a:t>• Why: 208 drivers, median 2 clips, top driver = 13.4% of rows — clip balancing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A"/>
                </a:solidFill>
              </a:rPr>
              <a:t>• stops one driver skewing a split.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A"/>
                </a:solidFill>
              </a:rPr>
              <a:t>• Fixed split: train 625 / val 209 / test 209 rows.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A"/>
                </a:solidFill>
              </a:rPr>
              <a:t>• Honest scoring: test clips are never seen by the model that scores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3A"/>
                </a:solidFill>
              </a:rPr>
              <a:t>Experiment 1 — CAN-only baseline (frozen for ablations)</a:t>
            </a:r>
          </a:p>
        </p:txBody>
      </p:sp>
      <p:pic>
        <p:nvPicPr>
          <p:cNvPr id="3" name="Picture 2" descr="forecast_expl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035040" cy="382219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949440" y="1554480"/>
          <a:ext cx="4754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tabpfn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/>
                        <a:t>maneuver bal-acc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0.300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/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0.244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/>
                        <a:t>steer-torque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0.639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/>
                        <a:t>jerk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−0.282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49440" y="3749039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F2A3A"/>
                </a:solidFill>
              </a:rPr>
              <a:t>• Driver-disjoint CV on the sliding forecast table (14,574 windows).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F2A3A"/>
                </a:solidFill>
              </a:rPr>
              <a:t>• Steer-torque R² ≈ 0.51–0.64 is the real signal: pre-window kinematics predict post-takeover steering intensity.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F2A3A"/>
                </a:solidFill>
              </a:rPr>
              <a:t>• Maneuver class is weak (bal-acc 0.30–0.34 vs 0.25 chance); jerk is not predictable (R² ≈ 0).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F2A3A"/>
                </a:solidFill>
              </a:rPr>
              <a:t>• This is the CAN baseline both feature ablations are diffed against.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3A"/>
                </a:solidFill>
              </a:rPr>
              <a:t>Experiment 2 — four models on the test split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036659" cy="329184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0" y="4754880"/>
          <a:ext cx="6675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24"/>
                <a:gridCol w="1335024"/>
                <a:gridCol w="1335024"/>
                <a:gridCol w="1335024"/>
                <a:gridCol w="1335024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bal-acc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steer R²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tabpfn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0.899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0.861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0.864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catboost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3A"/>
                </a:solidFill>
              </a:rPr>
              <a:t>Per-class behaviour</a:t>
            </a:r>
          </a:p>
        </p:txBody>
      </p:sp>
      <p:pic>
        <p:nvPicPr>
          <p:cNvPr id="3" name="Picture 2" descr="per_clas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394960" cy="1753362"/>
          </a:xfrm>
          <a:prstGeom prst="rect">
            <a:avLst/>
          </a:prstGeom>
        </p:spPr>
      </p:pic>
      <p:pic>
        <p:nvPicPr>
          <p:cNvPr id="4" name="Picture 3" descr="per_class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394960" cy="20680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3A"/>
                </a:solidFill>
              </a:rPr>
              <a:t>Experiment 3 — YOLOv8n vision features (null result)</a:t>
            </a:r>
          </a:p>
        </p:txBody>
      </p:sp>
      <p:pic>
        <p:nvPicPr>
          <p:cNvPr id="3" name="Picture 2" descr="vision_qa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852160" cy="293720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66560" y="1554480"/>
          <a:ext cx="49377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CAN+vision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CAN+light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maneuver bal-acc (tabpfn)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0.306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steer R² (lightgbm)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0.546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bal-acc brand-OOD (lgbm)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0.467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6560" y="33832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F2A3A"/>
                </a:solidFill>
              </a:rPr>
              <a:t>• alignment QA: median Spearman 0.75, 83% positive — PASS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F2A3A"/>
                </a:solidFill>
              </a:rPr>
              <a:t>• The detector is not the excuse: it matches radar's lead in 94% of lead windows.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F2A3A"/>
                </a:solidFill>
              </a:rPr>
              <a:t>• Net gain is noise, and it reverses out-of-distribution (brand-OOD).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F2A3A"/>
                </a:solidFill>
              </a:rPr>
              <a:t>• Read as a clean null, not a failure of the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3A"/>
                </a:solidFill>
              </a:rPr>
              <a:t>Experiment 4 — optical-flow features (null result)</a:t>
            </a:r>
          </a:p>
        </p:txBody>
      </p:sp>
      <p:pic>
        <p:nvPicPr>
          <p:cNvPr id="3" name="Picture 2" descr="flow_qa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852160" cy="367150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66560" y="1554480"/>
          <a:ext cx="49377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flow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CAN+flow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maneuver bal-acc (lgbm)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0.334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steer R² (lgbm)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−0.409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0.547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bal-acc brand-OOD (lgbm)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0.460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6560" y="33832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F2A3A"/>
                </a:solidFill>
              </a:rPr>
              <a:t>• alignment QA: median Spearman -0.026, 55% negative — FAIL (radar cross-check)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F2A3A"/>
                </a:solidFill>
              </a:rPr>
              <a:t>• Pooled bump does not survive the non-radar / brand-OOD test.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F2A3A"/>
                </a:solidFill>
              </a:rPr>
              <a:t>• Residual is dominated by ego motion (largest blob ≈ 12% of frame).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F2A3A"/>
                </a:solidFill>
              </a:rPr>
              <a:t>• Verdict: third feature family, third null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3A"/>
                </a:solidFill>
              </a:rPr>
              <a:t>The explorer — four models, live, on held-out clips</a:t>
            </a:r>
          </a:p>
        </p:txBody>
      </p:sp>
      <p:pic>
        <p:nvPicPr>
          <p:cNvPr id="3" name="Picture 2" descr="app_explo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863840" cy="37966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164592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F2A3A"/>
                </a:solidFill>
              </a:rPr>
              <a:t>• Shows test-split clips only.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A"/>
                </a:solidFill>
              </a:rPr>
              <a:t>• Each column = one model, filled asynchronously as its prediction lands.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A"/>
                </a:solidFill>
              </a:rPr>
              <a:t>• Per-model timing shown; TabPFN uses fit_with_cache.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3A"/>
                </a:solidFill>
              </a:rPr>
              <a:t>• Top-left score cards = batch test-set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3A"/>
                </a:solidFill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3A"/>
                </a:solidFill>
              </a:rPr>
              <a:t>• Pre-takeover CAN signals genuinely predict post-takeover steering intensity (steer R² ≈ 0.51–0.66); the maneuver class is only weakly predictable.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A"/>
                </a:solidFill>
              </a:rPr>
              <a:t>• On the held-out test split: LightGBM leads the class task (bal-acc 0.499); CatBoost / TabPFN lead intensity regression (R² 0.90).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A"/>
                </a:solidFill>
              </a:rPr>
              <a:t>• Vision geometry and optical flow both add nothing net once the split is cross-platform — pooled gains reverse under brand-OOD.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A"/>
                </a:solidFill>
              </a:rPr>
              <a:t>• Guardrails matter: driver-disjoint splits, no trigger leakage, honest metrics.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3A"/>
                </a:solidFill>
              </a:rPr>
              <a:t>• Reproduce with scripts/run_experiments.py and scripts/score_test.py; explore with app/server.py.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